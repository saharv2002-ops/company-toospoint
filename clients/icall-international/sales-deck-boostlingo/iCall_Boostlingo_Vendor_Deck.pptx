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DC792B-A1C4-4138-A8F8-2148745B7A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6B0474-2E3C-406B-8756-5C3866A820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C9CA42-1923-4EFF-AC9D-538F65665D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EDE812-83AF-4F7E-BB11-83FEBA2D6C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4CFE5C-13DF-4CAC-981B-F488F982F6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A74939-9952-47B6-B67A-2C4C12D224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E570C7-210E-4BD8-8414-FD536F46C5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5C7C45-B8B4-4C3A-B98D-7B03698CB7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48D2D7-1705-4D3D-AA26-29D086AC25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A6FE29-2BF3-4052-991F-B4F5E2FE6C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A440F9-8159-4D76-887A-7EBC009939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icallinternational.com" TargetMode="External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tel:+18182394744" TargetMode="External"/><Relationship Id="rId3" Type="http://schemas.openxmlformats.org/officeDocument/2006/relationships/hyperlink" Target="mailto:info@icallinternational.com" TargetMode="External"/><Relationship Id="rId4" Type="http://schemas.openxmlformats.org/officeDocument/2006/relationships/hyperlink" Target="https://icallinternational.com" TargetMode="External"/><Relationship Id="rId5" Type="http://schemas.openxmlformats.org/officeDocument/2006/relationships/hyperlink" Target="https://icallinternational.com" TargetMode="External"/><Relationship Id="rId6" Type="http://schemas.openxmlformats.org/officeDocument/2006/relationships/hyperlink" Target="https://icallinternational.com" TargetMode="External"/><Relationship Id="rId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slide-0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2" descr="https://icallinternational.com">
            <a:hlinkClick r:id="rId2"/>
          </p:cNvPr>
          <p:cNvSpPr/>
          <p:nvPr/>
        </p:nvSpPr>
        <p:spPr>
          <a:xfrm>
            <a:off x="8107560" y="570600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" descr="slide-02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 descr="slide-03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" descr="slide-04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" descr="slide-05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slide-06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" descr="slide-07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ectangle 2" descr="tel:+18182394744">
            <a:hlinkClick r:id="rId2"/>
          </p:cNvPr>
          <p:cNvSpPr/>
          <p:nvPr/>
        </p:nvSpPr>
        <p:spPr>
          <a:xfrm>
            <a:off x="853560" y="47322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3" descr="mailto:info@icallinternational.com">
            <a:hlinkClick r:id="rId3"/>
          </p:cNvPr>
          <p:cNvSpPr/>
          <p:nvPr/>
        </p:nvSpPr>
        <p:spPr>
          <a:xfrm>
            <a:off x="853560" y="52120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4" descr="https://icallinternational.com">
            <a:hlinkClick r:id="rId4"/>
          </p:cNvPr>
          <p:cNvSpPr/>
          <p:nvPr/>
        </p:nvSpPr>
        <p:spPr>
          <a:xfrm>
            <a:off x="853560" y="56923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5" descr="https://icallinternational.com">
            <a:hlinkClick r:id="rId5"/>
          </p:cNvPr>
          <p:cNvSpPr/>
          <p:nvPr/>
        </p:nvSpPr>
        <p:spPr>
          <a:xfrm>
            <a:off x="5120640" y="5349240"/>
            <a:ext cx="36572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6" descr="https://icallinternational.com">
            <a:hlinkClick r:id="rId6"/>
          </p:cNvPr>
          <p:cNvSpPr/>
          <p:nvPr/>
        </p:nvSpPr>
        <p:spPr>
          <a:xfrm>
            <a:off x="9631440" y="5349240"/>
            <a:ext cx="18284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iCall International</dc:creator>
  <dc:description>generated using python-pptx</dc:description>
  <cp:keywords>interpretation OPI VRI Boostlingo vendor compliance SDN OIG ESS Alta LanguageStat QA</cp:keywords>
  <dc:language>en-CA</dc:language>
  <cp:lastModifiedBy>Steve Canny</cp:lastModifiedBy>
  <dcterms:modified xsi:type="dcterms:W3CDTF">2013-01-27T09:15:58Z</dcterms:modified>
  <cp:revision>1</cp:revision>
  <dc:subject>LSP vendor partnership — compliance, QA, languages</dc:subject>
  <dc:title>iCall International — Vendor Pitch for Boostlingo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