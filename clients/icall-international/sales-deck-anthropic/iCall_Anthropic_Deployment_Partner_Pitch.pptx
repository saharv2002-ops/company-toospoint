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info@icallinternationa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tel:+18182394744" TargetMode="External"/><Relationship Id="rId4" Type="http://schemas.openxmlformats.org/officeDocument/2006/relationships/hyperlink" Target="mailto:info@icallinternational.com" TargetMode="External"/><Relationship Id="rId5" Type="http://schemas.openxmlformats.org/officeDocument/2006/relationships/hyperlink" Target="https://icallinternational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 descr="mailto:info@icallinternational.com">
            <a:hlinkClick r:id="rId3" tooltip="mailto:info@icallinternational.com"/>
          </p:cNvPr>
          <p:cNvSpPr/>
          <p:nvPr/>
        </p:nvSpPr>
        <p:spPr>
          <a:xfrm>
            <a:off x="8107477" y="5705856"/>
            <a:ext cx="3169840" cy="548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wrap="non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 descr="tel:+18182394744">
            <a:hlinkClick r:id="rId3" tooltip="tel:+18182394744"/>
          </p:cNvPr>
          <p:cNvSpPr/>
          <p:nvPr/>
        </p:nvSpPr>
        <p:spPr>
          <a:xfrm>
            <a:off x="853418" y="4732020"/>
            <a:ext cx="3657508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wrap="none" rtlCol="0" anchor="ctr"/>
          <a:lstStyle/>
          <a:p>
            <a:endParaRPr lang="en-US"/>
          </a:p>
        </p:txBody>
      </p:sp>
      <p:sp>
        <p:nvSpPr>
          <p:cNvPr id="4" name="Rectangle 3" descr="mailto:info@icallinternational.com">
            <a:hlinkClick r:id="rId4" tooltip="mailto:info@icallinternational.com"/>
          </p:cNvPr>
          <p:cNvSpPr/>
          <p:nvPr/>
        </p:nvSpPr>
        <p:spPr>
          <a:xfrm>
            <a:off x="853418" y="5212080"/>
            <a:ext cx="3657508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wrap="none" rtlCol="0" anchor="ctr"/>
          <a:lstStyle/>
          <a:p>
            <a:endParaRPr lang="en-US"/>
          </a:p>
        </p:txBody>
      </p:sp>
      <p:sp>
        <p:nvSpPr>
          <p:cNvPr id="5" name="Rectangle 4" descr="https://icallinternational.com">
            <a:hlinkClick r:id="rId5" tooltip="https://icallinternational.com"/>
          </p:cNvPr>
          <p:cNvSpPr/>
          <p:nvPr/>
        </p:nvSpPr>
        <p:spPr>
          <a:xfrm>
            <a:off x="853418" y="5692140"/>
            <a:ext cx="3657508" cy="4114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wrap="none" rtlCol="0" anchor="ctr"/>
          <a:lstStyle/>
          <a:p>
            <a:endParaRPr lang="en-US"/>
          </a:p>
        </p:txBody>
      </p:sp>
      <p:sp>
        <p:nvSpPr>
          <p:cNvPr id="6" name="Rectangle 5" descr="mailto:info@icallinternational.com">
            <a:hlinkClick r:id="rId4" tooltip="mailto:info@icallinternational.com"/>
          </p:cNvPr>
          <p:cNvSpPr/>
          <p:nvPr/>
        </p:nvSpPr>
        <p:spPr>
          <a:xfrm>
            <a:off x="5120511" y="5349240"/>
            <a:ext cx="3657508" cy="7543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wrap="none" rtlCol="0" anchor="ctr"/>
          <a:lstStyle/>
          <a:p>
            <a:endParaRPr lang="en-US"/>
          </a:p>
        </p:txBody>
      </p:sp>
      <p:sp>
        <p:nvSpPr>
          <p:cNvPr id="7" name="Rectangle 6" descr="https://icallinternational.com">
            <a:hlinkClick r:id="rId5" tooltip="https://icallinternational.com"/>
          </p:cNvPr>
          <p:cNvSpPr/>
          <p:nvPr/>
        </p:nvSpPr>
        <p:spPr>
          <a:xfrm>
            <a:off x="9631439" y="5349240"/>
            <a:ext cx="1828754" cy="7543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 wrap="none" rtlCol="0" anchor="ctr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iCall International — Multilingual Deployment Partner Pitch for Anthropic</dc:title>
  <dc:subject>Multilingual AI assurance, deployment and human-escalation partner for Claude at enterprise scale</dc:subject>
  <dc:creator>iCall International</dc:creator>
  <cp:keywords>Claude, Anthropic, multilingual, assurance, deployment, human escalation, interpretation, OPI, VRI, regulated, healthcare, partner network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