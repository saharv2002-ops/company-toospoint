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Group x Remoto — Partnership Discovery</dc:title>
  <dc:subject>Discovery deck for Remoto partnership call</dc:subject>
  <dc:creator>Simplified Group BPO</dc:creator>
  <cp:keywords>Remoto, agency partner, interpretation, OPI, VRI, platform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