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enter-te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center-te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center-te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Center Tel BPO — Sales Deck</dc:title>
  <dc:subject>Capabilities &amp; Service Overview</dc:subject>
  <dc:creator>Center Tel BPO</dc:creator>
  <cp:keywords>BPO, customer experience, call center, interpretation, OPI, VRI, sales support, outbound, back office, security monitoring, multilingual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